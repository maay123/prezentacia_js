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78" d="100"/>
          <a:sy n="78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859A2-376F-4AC1-83A9-E62B52BCC17A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A633F77-053A-4F04-A64B-D0C227EA2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369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859A2-376F-4AC1-83A9-E62B52BCC17A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3F77-053A-4F04-A64B-D0C227EA2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126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859A2-376F-4AC1-83A9-E62B52BCC17A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A633F77-053A-4F04-A64B-D0C227EA2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94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859A2-376F-4AC1-83A9-E62B52BCC17A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A633F77-053A-4F04-A64B-D0C227EA2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51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859A2-376F-4AC1-83A9-E62B52BCC17A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A633F77-053A-4F04-A64B-D0C227EA2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38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859A2-376F-4AC1-83A9-E62B52BCC17A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3F77-053A-4F04-A64B-D0C227EA2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338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859A2-376F-4AC1-83A9-E62B52BCC17A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3F77-053A-4F04-A64B-D0C227EA2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63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859A2-376F-4AC1-83A9-E62B52BCC17A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3F77-053A-4F04-A64B-D0C227EA2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23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859A2-376F-4AC1-83A9-E62B52BCC17A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A633F77-053A-4F04-A64B-D0C227EA2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2488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859A2-376F-4AC1-83A9-E62B52BCC17A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A633F77-053A-4F04-A64B-D0C227EA2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057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859A2-376F-4AC1-83A9-E62B52BCC17A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A633F77-053A-4F04-A64B-D0C227EA2572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8482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859A2-376F-4AC1-83A9-E62B52BCC17A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A633F77-053A-4F04-A64B-D0C227EA2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923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859A2-376F-4AC1-83A9-E62B52BCC17A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A633F77-053A-4F04-A64B-D0C227EA2572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0358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859A2-376F-4AC1-83A9-E62B52BCC17A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A633F77-053A-4F04-A64B-D0C227EA2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5997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859A2-376F-4AC1-83A9-E62B52BCC17A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3F77-053A-4F04-A64B-D0C227EA2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870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859A2-376F-4AC1-83A9-E62B52BCC17A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3F77-053A-4F04-A64B-D0C227EA2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940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859A2-376F-4AC1-83A9-E62B52BCC17A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A633F77-053A-4F04-A64B-D0C227EA2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34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F112DD-14D7-4701-9D20-A8AE7C8B5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2486"/>
            <a:ext cx="9144000" cy="902687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latin typeface="Arial Black" panose="020B0A04020102020204" pitchFamily="34" charset="0"/>
              </a:rPr>
              <a:t>Canvas</a:t>
            </a:r>
            <a:endParaRPr lang="ru-RU" sz="5400" b="1" dirty="0">
              <a:latin typeface="Arial Black" panose="020B0A0402010202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AC78ED4-D9F4-4EBB-8F7F-3897735D15A9}"/>
              </a:ext>
            </a:extLst>
          </p:cNvPr>
          <p:cNvSpPr/>
          <p:nvPr/>
        </p:nvSpPr>
        <p:spPr>
          <a:xfrm>
            <a:off x="5696465" y="1891228"/>
            <a:ext cx="6005384" cy="34345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HTML &lt;canvas&gt; </a:t>
            </a:r>
            <a:r>
              <a:rPr lang="ka-GE"/>
              <a:t>ელემენტი გამოიყენება </a:t>
            </a:r>
            <a:r>
              <a:rPr lang="en-US"/>
              <a:t>JavaScript– </a:t>
            </a:r>
            <a:r>
              <a:rPr lang="ka-GE"/>
              <a:t>ის გამოყენებით გრაფიკის გასაფორმებლად.</a:t>
            </a:r>
          </a:p>
          <a:p>
            <a:pPr algn="ctr"/>
            <a:endParaRPr lang="ka-GE"/>
          </a:p>
          <a:p>
            <a:pPr algn="ctr"/>
            <a:r>
              <a:rPr lang="ka-GE"/>
              <a:t>&lt;</a:t>
            </a:r>
            <a:r>
              <a:rPr lang="en-US"/>
              <a:t>canvas&gt; </a:t>
            </a:r>
            <a:r>
              <a:rPr lang="ka-GE"/>
              <a:t>ელემენტი მხოლოდ კონტეინერია გრაფიკისთვის. გრაფიკის დასახატად უნდა გამოიყენოთ </a:t>
            </a:r>
            <a:r>
              <a:rPr lang="en-US"/>
              <a:t>JavaScript.</a:t>
            </a:r>
          </a:p>
          <a:p>
            <a:pPr algn="ctr"/>
            <a:endParaRPr lang="en-US"/>
          </a:p>
          <a:p>
            <a:pPr algn="ctr"/>
            <a:r>
              <a:rPr lang="en-US"/>
              <a:t>&lt;canvas&gt; </a:t>
            </a:r>
            <a:r>
              <a:rPr lang="ka-GE"/>
              <a:t>გთავაზობთ რამდენიმე მეთოდს ბილიკების, მართკუთხედების, წრეების, ტექსტისა და სურათების დამატებისთვის.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7558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C441CD-B7BA-4A3B-AC23-AC89BDF92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43" y="1508190"/>
            <a:ext cx="5042582" cy="3014384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61CA77A-CC50-4B82-8BB4-989E4FB574E4}"/>
              </a:ext>
            </a:extLst>
          </p:cNvPr>
          <p:cNvSpPr/>
          <p:nvPr/>
        </p:nvSpPr>
        <p:spPr>
          <a:xfrm>
            <a:off x="6882714" y="1279257"/>
            <a:ext cx="5150246" cy="347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HTML &lt;canvas&gt; </a:t>
            </a:r>
            <a:r>
              <a:rPr lang="ka-GE"/>
              <a:t>ელემენტი გამოიყენება ვებ გვერდზე გრაფიკის დასახატად.</a:t>
            </a:r>
          </a:p>
          <a:p>
            <a:pPr algn="ctr"/>
            <a:endParaRPr lang="ka-GE"/>
          </a:p>
          <a:p>
            <a:pPr algn="ctr"/>
            <a:r>
              <a:rPr lang="ka-GE"/>
              <a:t>ნახატი მარცხნივ შეიქმნა &lt;</a:t>
            </a:r>
            <a:r>
              <a:rPr lang="en-US"/>
              <a:t>canvas&gt; - </a:t>
            </a:r>
            <a:r>
              <a:rPr lang="ka-GE"/>
              <a:t>ით. ის გვიჩვენებს ოთხ ელემენტს: წითელი მართკუთხედი, გრადიენტური მართკუთხედი, მრავალფეროვანი მართკუთხედი და მრავალფეროვანი ტექსტი.</a:t>
            </a:r>
          </a:p>
        </p:txBody>
      </p:sp>
      <p:sp>
        <p:nvSpPr>
          <p:cNvPr id="14" name="Стрелка: влево-вправо 13">
            <a:extLst>
              <a:ext uri="{FF2B5EF4-FFF2-40B4-BE49-F238E27FC236}">
                <a16:creationId xmlns:a16="http://schemas.microsoft.com/office/drawing/2014/main" id="{F1E1B82D-1CDD-4FE0-A0B6-989962B9040F}"/>
              </a:ext>
            </a:extLst>
          </p:cNvPr>
          <p:cNvSpPr/>
          <p:nvPr/>
        </p:nvSpPr>
        <p:spPr>
          <a:xfrm>
            <a:off x="5309287" y="2397212"/>
            <a:ext cx="1479266" cy="87148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225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5263A91-025F-4CE3-831E-BC6C4405215B}"/>
              </a:ext>
            </a:extLst>
          </p:cNvPr>
          <p:cNvSpPr/>
          <p:nvPr/>
        </p:nvSpPr>
        <p:spPr>
          <a:xfrm>
            <a:off x="4164227" y="420128"/>
            <a:ext cx="7661189" cy="43866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&lt;canvas&gt; </a:t>
            </a:r>
            <a:r>
              <a:rPr lang="ka-GE" dirty="0"/>
              <a:t>ელემენტის გამოყენება არც ისე რთულია, მაგრამ საჭიროა </a:t>
            </a:r>
            <a:r>
              <a:rPr lang="en-US" dirty="0"/>
              <a:t>HTML </a:t>
            </a:r>
            <a:r>
              <a:rPr lang="ka-GE" dirty="0"/>
              <a:t>და </a:t>
            </a:r>
            <a:r>
              <a:rPr lang="en-US" dirty="0"/>
              <a:t>JavaScript– </a:t>
            </a:r>
            <a:r>
              <a:rPr lang="ka-GE" dirty="0"/>
              <a:t>ის ძირითადი გაგება. &lt;</a:t>
            </a:r>
            <a:r>
              <a:rPr lang="en-US" dirty="0"/>
              <a:t>canvas&gt; </a:t>
            </a:r>
            <a:r>
              <a:rPr lang="ka-GE" dirty="0"/>
              <a:t>ელემენტი არ არის მხარდაჭერილი ზოგიერთ ძველ ბრაუზერში, მაგრამ იგი მხარდაჭერილია ყველა ძირითადი ბრაუზერის ბოლო ვერსიებში. ტილოს ნაგულისხმევი ზომაა 300 პიქსელი × 150 პიქსელი (სიგანე სიმაღლე). მაგრამ მორგებული ზომების განსაზღვრა შესაძლებელია </a:t>
            </a:r>
            <a:r>
              <a:rPr lang="en-US" dirty="0"/>
              <a:t>HTML </a:t>
            </a:r>
            <a:r>
              <a:rPr lang="ka-GE" dirty="0"/>
              <a:t>სიმაღლისა და სიგანის თვისების გამოყენებით. იმისათვის, რომ ტილოზე გრაფიკა დავხატოთ, ვიყენებთ </a:t>
            </a:r>
            <a:r>
              <a:rPr lang="en-US" dirty="0"/>
              <a:t>JavaScript </a:t>
            </a:r>
            <a:r>
              <a:rPr lang="ka-GE" dirty="0"/>
              <a:t>კონტექსტურ ობიექტს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D374A83-46EF-4F7D-B248-01EB8F126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702" y="5656920"/>
            <a:ext cx="8285714" cy="7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935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7427B371-7044-4D3C-A4F0-6E9938A8DC41}"/>
              </a:ext>
            </a:extLst>
          </p:cNvPr>
          <p:cNvSpPr/>
          <p:nvPr/>
        </p:nvSpPr>
        <p:spPr>
          <a:xfrm>
            <a:off x="4510220" y="568406"/>
            <a:ext cx="7426411" cy="9267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a-GE" dirty="0"/>
              <a:t>1)გამოიყენება თუ არა </a:t>
            </a:r>
            <a:r>
              <a:rPr lang="en-US" dirty="0"/>
              <a:t>canvas </a:t>
            </a:r>
            <a:r>
              <a:rPr lang="ka-GE" dirty="0"/>
              <a:t>დღესდღეობით - კი გამაოიყენება</a:t>
            </a:r>
            <a:endParaRPr lang="ru-RU"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41F9268-9D5D-4957-BC40-3C834AF62A74}"/>
              </a:ext>
            </a:extLst>
          </p:cNvPr>
          <p:cNvSpPr/>
          <p:nvPr/>
        </p:nvSpPr>
        <p:spPr>
          <a:xfrm>
            <a:off x="4510220" y="1696990"/>
            <a:ext cx="7426411" cy="9267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a-GE" dirty="0"/>
              <a:t>2)</a:t>
            </a:r>
            <a:r>
              <a:rPr lang="en-US" dirty="0"/>
              <a:t> var c = </a:t>
            </a:r>
            <a:r>
              <a:rPr lang="en-US" dirty="0" err="1"/>
              <a:t>document.getElementById</a:t>
            </a:r>
            <a:r>
              <a:rPr lang="en-US" dirty="0"/>
              <a:t>("</a:t>
            </a:r>
            <a:r>
              <a:rPr lang="en-US" dirty="0" err="1"/>
              <a:t>myCanvas</a:t>
            </a:r>
            <a:r>
              <a:rPr lang="en-US" dirty="0"/>
              <a:t>");</a:t>
            </a:r>
            <a:r>
              <a:rPr lang="ru-RU" dirty="0"/>
              <a:t> </a:t>
            </a:r>
            <a:endParaRPr lang="en-US" dirty="0"/>
          </a:p>
          <a:p>
            <a:r>
              <a:rPr lang="ka-GE" dirty="0"/>
              <a:t> </a:t>
            </a:r>
            <a:r>
              <a:rPr lang="en-US" dirty="0"/>
              <a:t>	var</a:t>
            </a:r>
            <a:r>
              <a:rPr lang="ka-GE" dirty="0"/>
              <a:t>_ის გარეშეც კეტდება კარგათ </a:t>
            </a:r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633F2AC0-9EF0-42FA-A733-9A8C010EF4F9}"/>
              </a:ext>
            </a:extLst>
          </p:cNvPr>
          <p:cNvSpPr/>
          <p:nvPr/>
        </p:nvSpPr>
        <p:spPr>
          <a:xfrm>
            <a:off x="4510220" y="2825574"/>
            <a:ext cx="7426411" cy="9267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a-GE" dirty="0"/>
              <a:t>3) შეიძლება შევცვალოთ ფორმა - კი შეიზლება</a:t>
            </a:r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559F779-096D-4742-ABB5-D9460EF92197}"/>
              </a:ext>
            </a:extLst>
          </p:cNvPr>
          <p:cNvSpPr/>
          <p:nvPr/>
        </p:nvSpPr>
        <p:spPr>
          <a:xfrm>
            <a:off x="4510220" y="3954158"/>
            <a:ext cx="7426411" cy="9267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a-GE" dirty="0"/>
              <a:t>4) რამე სხვა ბიბლეოთეკა- </a:t>
            </a:r>
            <a:r>
              <a:rPr lang="en-US" dirty="0"/>
              <a:t>WebGL</a:t>
            </a:r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74AF49B-9197-4944-807B-6D9FDB38E375}"/>
              </a:ext>
            </a:extLst>
          </p:cNvPr>
          <p:cNvSpPr/>
          <p:nvPr/>
        </p:nvSpPr>
        <p:spPr>
          <a:xfrm>
            <a:off x="4510220" y="5082742"/>
            <a:ext cx="7426411" cy="9267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a-GE" dirty="0"/>
              <a:t>3) შეიძლება შევცვალოთ ფორმა - კი შეიზლება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8C50F5-06E7-4C9F-A9C9-7A3B332BBC01}"/>
              </a:ext>
            </a:extLst>
          </p:cNvPr>
          <p:cNvSpPr txBox="1"/>
          <p:nvPr/>
        </p:nvSpPr>
        <p:spPr>
          <a:xfrm>
            <a:off x="255369" y="1495163"/>
            <a:ext cx="404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&lt;canvas&gt;</a:t>
            </a:r>
            <a:r>
              <a:rPr lang="ka-GE" dirty="0"/>
              <a:t> </a:t>
            </a:r>
            <a:r>
              <a:rPr lang="ka-GE" sz="1400" b="1" dirty="0"/>
              <a:t>მახასიათებლები</a:t>
            </a:r>
            <a:r>
              <a:rPr lang="ka-GE" dirty="0"/>
              <a:t> </a:t>
            </a:r>
            <a:r>
              <a:rPr lang="en-US" dirty="0"/>
              <a:t>&lt;/canvas&gt;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3C876C-7602-4592-AC5F-5D4E9495A379}"/>
              </a:ext>
            </a:extLst>
          </p:cNvPr>
          <p:cNvSpPr txBox="1"/>
          <p:nvPr/>
        </p:nvSpPr>
        <p:spPr>
          <a:xfrm>
            <a:off x="181224" y="1864495"/>
            <a:ext cx="432899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a-GE" dirty="0"/>
              <a:t>სიმაღლის ან სიგანის შეცვლა წაშლის მის შინაარსს და ყველა პარამეტრს, სხვა სიტყვებით რომ ვთქვათ, ის თავიდან შეიქმნება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ka-GE" dirty="0"/>
              <a:t>საწყისი (წერტილი 0,0) ზედა მარცხენა კუთხეშია. მაგრამ მისი გადატანა შესაძლებელია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ka-GE" dirty="0"/>
              <a:t>არ არსებობს 3</a:t>
            </a:r>
            <a:r>
              <a:rPr lang="en-US" dirty="0"/>
              <a:t>D </a:t>
            </a:r>
            <a:r>
              <a:rPr lang="ka-GE" dirty="0"/>
              <a:t>კონტექსტი, არსებობს ცალკეული მოვლენები, მაგრამ ისინი არ არის სტანდარტიზებული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ka-GE" dirty="0"/>
              <a:t>ტექსტის ფერი შეიძლება მიეთითოს </a:t>
            </a:r>
            <a:r>
              <a:rPr lang="en-US" dirty="0"/>
              <a:t>CSS– </a:t>
            </a:r>
            <a:r>
              <a:rPr lang="ka-GE" dirty="0"/>
              <a:t>ს ანალოგიურად, ისევე როგორც შრიფტის ზომა.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562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1213F-46A2-4BB9-8A99-D2F37FE0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უპირატესობები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942770-1F1B-4102-A49F-2BA6A10B5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SVG- </a:t>
            </a:r>
            <a:r>
              <a:rPr lang="ka-GE" dirty="0"/>
              <a:t>სგან განსხვავებით, ბევრად უფრო მოსახერხებელია ელემენტთა დიდი რაოდენობით მოგვარება;</a:t>
            </a:r>
            <a:endParaRPr lang="en-US" dirty="0"/>
          </a:p>
          <a:p>
            <a:r>
              <a:rPr lang="ka-GE" dirty="0"/>
              <a:t>აქვს აპარატურის აჩქარება</a:t>
            </a:r>
            <a:endParaRPr lang="en-US" dirty="0"/>
          </a:p>
          <a:p>
            <a:r>
              <a:rPr lang="ka-GE" dirty="0"/>
              <a:t>თითოეული პიქსელით შესაძლებელია მანიპულირება</a:t>
            </a:r>
            <a:endParaRPr lang="en-US" dirty="0"/>
          </a:p>
          <a:p>
            <a:r>
              <a:rPr lang="ka-GE" dirty="0"/>
              <a:t>შეიძლება გამოყენებულ იქნას სურათების დამუშავების ფილტრები</a:t>
            </a:r>
            <a:endParaRPr lang="en-US" dirty="0"/>
          </a:p>
          <a:p>
            <a:r>
              <a:rPr lang="ka-GE"/>
              <a:t>ბევრი ბიბლიოთეკაა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165432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66</TotalTime>
  <Words>303</Words>
  <Application>Microsoft Office PowerPoint</Application>
  <PresentationFormat>Широкоэкранный</PresentationFormat>
  <Paragraphs>27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Century Gothic</vt:lpstr>
      <vt:lpstr>Sylfaen</vt:lpstr>
      <vt:lpstr>Wingdings 3</vt:lpstr>
      <vt:lpstr>Легкий дым</vt:lpstr>
      <vt:lpstr>Canvas</vt:lpstr>
      <vt:lpstr>Презентация PowerPoint</vt:lpstr>
      <vt:lpstr>Презентация PowerPoint</vt:lpstr>
      <vt:lpstr>Презентация PowerPoint</vt:lpstr>
      <vt:lpstr>უპირატესობები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Canvas</dc:title>
  <dc:creator>Lado(PC)</dc:creator>
  <cp:lastModifiedBy>Lado(PC)</cp:lastModifiedBy>
  <cp:revision>6</cp:revision>
  <dcterms:created xsi:type="dcterms:W3CDTF">2020-12-04T18:00:14Z</dcterms:created>
  <dcterms:modified xsi:type="dcterms:W3CDTF">2020-12-04T19:36:28Z</dcterms:modified>
</cp:coreProperties>
</file>